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tiff" ContentType="image/tiff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395" r:id="rId3"/>
    <p:sldId id="375" r:id="rId4"/>
    <p:sldId id="399" r:id="rId5"/>
    <p:sldId id="396" r:id="rId6"/>
    <p:sldId id="405" r:id="rId7"/>
    <p:sldId id="40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008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27.11.2016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="" xmlns:p14="http://schemas.microsoft.com/office/powerpoint/2010/main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4038600"/>
            <a:ext cx="6400800" cy="762000"/>
          </a:xfrm>
        </p:spPr>
        <p:txBody>
          <a:bodyPr>
            <a:normAutofit fontScale="90000"/>
          </a:bodyPr>
          <a:lstStyle/>
          <a:p>
            <a:pPr lvl="0"/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bg-BG" sz="2200" dirty="0" smtClean="0"/>
              <a:t/>
            </a:r>
            <a:br>
              <a:rPr lang="bg-BG" sz="2200" dirty="0" smtClean="0"/>
            </a:br>
            <a:r>
              <a:rPr lang="bg-BG" sz="2200" dirty="0" smtClean="0"/>
              <a:t/>
            </a:r>
            <a:br>
              <a:rPr lang="bg-BG" sz="2200" dirty="0" smtClean="0"/>
            </a:br>
            <a:r>
              <a:rPr lang="ru-MO" sz="2700" dirty="0" smtClean="0"/>
              <a:t>Токозахранващи устройства. Основни блокове. Трансформатор.</a:t>
            </a:r>
            <a:r>
              <a:rPr lang="bg-BG" sz="2000" dirty="0" smtClean="0"/>
              <a:t/>
            </a:r>
            <a:br>
              <a:rPr lang="bg-BG" sz="2000" dirty="0" smtClean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/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1"/>
                </a:solidFill>
              </a:rPr>
              <a:t>Проф. Венцислав Вълчев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Дисциплина : </a:t>
            </a:r>
          </a:p>
          <a:p>
            <a:pPr algn="ctr"/>
            <a:r>
              <a:rPr lang="bg-BG" i="1" dirty="0" smtClean="0"/>
              <a:t>“Компютърна електроника” </a:t>
            </a:r>
            <a:endParaRPr lang="bg-BG" i="1" dirty="0"/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 smtClean="0"/>
              <a:t>Технически Университет Варна</a:t>
            </a:r>
          </a:p>
          <a:p>
            <a:pPr algn="ctr"/>
            <a:endParaRPr lang="bg-BG" sz="1050" b="1" dirty="0" smtClean="0"/>
          </a:p>
          <a:p>
            <a:pPr algn="ctr"/>
            <a:r>
              <a:rPr lang="bg-BG" dirty="0" smtClean="0"/>
              <a:t>Катедра „Електронна техника и микроелектроника“</a:t>
            </a:r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2016</a:t>
            </a:r>
            <a:endParaRPr lang="bg-BG" i="1" dirty="0"/>
          </a:p>
        </p:txBody>
      </p:sp>
      <p:sp>
        <p:nvSpPr>
          <p:cNvPr id="7" name="Rectangle 6"/>
          <p:cNvSpPr/>
          <p:nvPr/>
        </p:nvSpPr>
        <p:spPr>
          <a:xfrm>
            <a:off x="762000" y="3711714"/>
            <a:ext cx="990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smtClean="0">
                <a:solidFill>
                  <a:schemeClr val="bg1"/>
                </a:solidFill>
              </a:rPr>
              <a:t>V</a:t>
            </a:r>
            <a:endParaRPr lang="bg-BG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141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0"/>
            <a:ext cx="8029446" cy="1143000"/>
          </a:xfrm>
        </p:spPr>
        <p:txBody>
          <a:bodyPr>
            <a:normAutofit/>
          </a:bodyPr>
          <a:lstStyle/>
          <a:p>
            <a:r>
              <a:rPr lang="bg-BG" sz="2000" dirty="0" smtClean="0"/>
              <a:t>Обща информация</a:t>
            </a:r>
            <a:r>
              <a:rPr lang="en-US" sz="2000" dirty="0" smtClean="0"/>
              <a:t>, </a:t>
            </a:r>
            <a:r>
              <a:rPr lang="bg-BG" sz="2000" dirty="0" smtClean="0"/>
              <a:t>блокова схема на ТЗУ</a:t>
            </a:r>
            <a:endParaRPr lang="bg-BG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066800"/>
            <a:ext cx="5895975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505200"/>
            <a:ext cx="5867400" cy="2777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197819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bg-BG" sz="2700" dirty="0" smtClean="0"/>
              <a:t>Предназначение на основните блокове на ТЗУ</a:t>
            </a:r>
            <a:r>
              <a:rPr lang="bg-BG" dirty="0" smtClean="0"/>
              <a:t/>
            </a:r>
            <a:br>
              <a:rPr lang="bg-BG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bg-BG" dirty="0" smtClean="0"/>
              <a:t>Източник на променливо напрежение, Трансформатор</a:t>
            </a:r>
          </a:p>
          <a:p>
            <a:pPr>
              <a:spcBef>
                <a:spcPts val="1800"/>
              </a:spcBef>
            </a:pPr>
            <a:r>
              <a:rPr lang="bg-BG" dirty="0" smtClean="0"/>
              <a:t>Изправителен (вентилен) блок</a:t>
            </a:r>
            <a:r>
              <a:rPr lang="en-US" dirty="0" smtClean="0"/>
              <a:t> </a:t>
            </a:r>
            <a:endParaRPr lang="bg-BG" dirty="0" smtClean="0"/>
          </a:p>
          <a:p>
            <a:pPr>
              <a:spcBef>
                <a:spcPts val="1800"/>
              </a:spcBef>
            </a:pPr>
            <a:r>
              <a:rPr lang="bg-BG" dirty="0" smtClean="0"/>
              <a:t>Блок за филтрация и стабилизация</a:t>
            </a:r>
          </a:p>
          <a:p>
            <a:pPr>
              <a:spcBef>
                <a:spcPts val="1800"/>
              </a:spcBef>
            </a:pPr>
            <a:r>
              <a:rPr lang="bg-BG" dirty="0" smtClean="0"/>
              <a:t>Блок за управление</a:t>
            </a:r>
          </a:p>
          <a:p>
            <a:pPr>
              <a:spcBef>
                <a:spcPts val="1800"/>
              </a:spcBef>
            </a:pPr>
            <a:r>
              <a:rPr lang="bg-BG" dirty="0" smtClean="0"/>
              <a:t>Блок за обратна връзка и защита</a:t>
            </a:r>
          </a:p>
          <a:p>
            <a:pPr lvl="0">
              <a:buNone/>
            </a:pPr>
            <a:endParaRPr lang="bg-BG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1285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Основни параметри на ТЗУ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600200"/>
            <a:ext cx="6172200" cy="1998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3505200"/>
            <a:ext cx="6248399" cy="1409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5029200"/>
            <a:ext cx="6172199" cy="15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  Трансформатор. Заместващи схеми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 smtClean="0"/>
              <a:t>Идеален трансформатор</a:t>
            </a:r>
            <a:endParaRPr lang="bg-BG" dirty="0"/>
          </a:p>
        </p:txBody>
      </p:sp>
      <p:pic>
        <p:nvPicPr>
          <p:cNvPr id="7170" name="Picture 2" descr="Image result for трансформато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362200"/>
            <a:ext cx="2944092" cy="3048001"/>
          </a:xfrm>
          <a:prstGeom prst="rect">
            <a:avLst/>
          </a:prstGeom>
          <a:noFill/>
        </p:spPr>
      </p:pic>
      <p:pic>
        <p:nvPicPr>
          <p:cNvPr id="7175" name="Picture 7" descr="D:\2Folder\Actual\magcomp\ch1-fundam\Tif\Fig.1.2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895600"/>
            <a:ext cx="2667000" cy="17030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Реален трансформатор. Загуби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6" descr="Image result for трансформатор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057400"/>
            <a:ext cx="6938512" cy="23491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Основни съотношения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bg-BG" dirty="0" smtClean="0"/>
              <a:t>Идеален трансформатор</a:t>
            </a:r>
          </a:p>
          <a:p>
            <a:endParaRPr lang="bg-BG" dirty="0" smtClean="0"/>
          </a:p>
          <a:p>
            <a:endParaRPr lang="bg-BG" dirty="0" smtClean="0"/>
          </a:p>
          <a:p>
            <a:pPr>
              <a:buNone/>
            </a:pPr>
            <a:endParaRPr lang="bg-BG" dirty="0" smtClean="0"/>
          </a:p>
          <a:p>
            <a:endParaRPr lang="en-US" dirty="0" smtClean="0"/>
          </a:p>
          <a:p>
            <a:r>
              <a:rPr lang="bg-BG" dirty="0" smtClean="0"/>
              <a:t>Предавателно отношение: </a:t>
            </a:r>
            <a:r>
              <a:rPr lang="en-US" dirty="0" smtClean="0"/>
              <a:t>N</a:t>
            </a:r>
            <a:r>
              <a:rPr lang="en-US" baseline="-25000" dirty="0" smtClean="0"/>
              <a:t>1</a:t>
            </a:r>
            <a:r>
              <a:rPr lang="en-US" dirty="0" smtClean="0"/>
              <a:t>/N</a:t>
            </a:r>
            <a:r>
              <a:rPr lang="en-US" baseline="-25000" dirty="0" smtClean="0"/>
              <a:t>2</a:t>
            </a:r>
            <a:endParaRPr lang="bg-BG" baseline="-25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25602" name="Object 2"/>
          <p:cNvGraphicFramePr>
            <a:graphicFrameLocks noChangeAspect="1"/>
          </p:cNvGraphicFramePr>
          <p:nvPr/>
        </p:nvGraphicFramePr>
        <p:xfrm>
          <a:off x="1981200" y="2142963"/>
          <a:ext cx="1600200" cy="1220950"/>
        </p:xfrm>
        <a:graphic>
          <a:graphicData uri="http://schemas.openxmlformats.org/presentationml/2006/ole">
            <p:oleObj spid="_x0000_s25602" name="Equation" r:id="rId3" imgW="558720" imgH="431640" progId="Equation.3">
              <p:embed/>
            </p:oleObj>
          </a:graphicData>
        </a:graphic>
      </p:graphicFrame>
      <p:graphicFrame>
        <p:nvGraphicFramePr>
          <p:cNvPr id="25601" name="Object 1"/>
          <p:cNvGraphicFramePr>
            <a:graphicFrameLocks noChangeAspect="1"/>
          </p:cNvGraphicFramePr>
          <p:nvPr/>
        </p:nvGraphicFramePr>
        <p:xfrm>
          <a:off x="4724400" y="2133600"/>
          <a:ext cx="1905000" cy="1228096"/>
        </p:xfrm>
        <a:graphic>
          <a:graphicData uri="http://schemas.openxmlformats.org/presentationml/2006/ole">
            <p:oleObj spid="_x0000_s25601" name="Equation" r:id="rId4" imgW="622030" imgH="406224" progId="Equation.3">
              <p:embed/>
            </p:oleObj>
          </a:graphicData>
        </a:graphic>
      </p:graphicFrame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4413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,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844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	</a:t>
            </a:r>
            <a:r>
              <a:rPr kumimoji="0" lang="bg-BG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bg-B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10397</TotalTime>
  <Words>85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Oriel</vt:lpstr>
      <vt:lpstr>Equation</vt:lpstr>
      <vt:lpstr>   Токозахранващи устройства. Основни блокове. Трансформатор.   </vt:lpstr>
      <vt:lpstr>Обща информация, блокова схема на ТЗУ</vt:lpstr>
      <vt:lpstr>  Предназначение на основните блокове на ТЗУ </vt:lpstr>
      <vt:lpstr>Основни параметри на ТЗУ</vt:lpstr>
      <vt:lpstr>  Трансформатор. Заместващи схеми</vt:lpstr>
      <vt:lpstr>Реален трансформатор. Загуби</vt:lpstr>
      <vt:lpstr>Основни съотношения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Georgi</dc:creator>
  <cp:lastModifiedBy>Teacher</cp:lastModifiedBy>
  <cp:revision>285</cp:revision>
  <dcterms:created xsi:type="dcterms:W3CDTF">2006-08-16T00:00:00Z</dcterms:created>
  <dcterms:modified xsi:type="dcterms:W3CDTF">2016-11-27T15:29:35Z</dcterms:modified>
</cp:coreProperties>
</file>