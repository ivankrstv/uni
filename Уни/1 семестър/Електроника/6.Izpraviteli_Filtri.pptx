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407" r:id="rId3"/>
    <p:sldId id="408" r:id="rId4"/>
    <p:sldId id="399" r:id="rId5"/>
    <p:sldId id="405" r:id="rId6"/>
    <p:sldId id="396" r:id="rId7"/>
    <p:sldId id="397" r:id="rId8"/>
    <p:sldId id="406" r:id="rId9"/>
    <p:sldId id="40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0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27.11.2016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4038600"/>
            <a:ext cx="6400800" cy="762000"/>
          </a:xfrm>
        </p:spPr>
        <p:txBody>
          <a:bodyPr>
            <a:normAutofit fontScale="90000"/>
          </a:bodyPr>
          <a:lstStyle/>
          <a:p>
            <a:pPr lvl="0"/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ru-MO" sz="2700" dirty="0" smtClean="0"/>
              <a:t>Изправителни схеми. Филтри.</a:t>
            </a:r>
            <a:r>
              <a:rPr lang="bg-BG" sz="2000" dirty="0" smtClean="0"/>
              <a:t/>
            </a:r>
            <a:br>
              <a:rPr lang="bg-BG" sz="2000" dirty="0" smtClean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“Компютърна електроника” </a:t>
            </a:r>
            <a:endParaRPr lang="bg-BG" i="1" dirty="0"/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2016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762000" y="3711714"/>
            <a:ext cx="99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smtClean="0">
                <a:solidFill>
                  <a:schemeClr val="bg1"/>
                </a:solidFill>
              </a:rPr>
              <a:t>VI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Предназначение на </a:t>
            </a:r>
            <a:r>
              <a:rPr lang="bg-BG" sz="2800" dirty="0" err="1" smtClean="0"/>
              <a:t>токоизправителните</a:t>
            </a:r>
            <a:r>
              <a:rPr lang="bg-BG" sz="2800" dirty="0" smtClean="0"/>
              <a:t> схеми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1200"/>
            <a:ext cx="7641981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743200"/>
            <a:ext cx="7848600" cy="193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Токоизправител със средна точка на трансформатора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2514600"/>
            <a:ext cx="398145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057400"/>
            <a:ext cx="3733800" cy="329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Токоизправител, схема </a:t>
            </a:r>
            <a:r>
              <a:rPr lang="bg-BG" sz="2800" dirty="0" err="1" smtClean="0"/>
              <a:t>Грец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09800"/>
            <a:ext cx="715327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Схема </a:t>
            </a:r>
            <a:r>
              <a:rPr lang="bg-BG" sz="2400" dirty="0" err="1" smtClean="0"/>
              <a:t>Грец</a:t>
            </a:r>
            <a:r>
              <a:rPr lang="bg-BG" sz="2400" dirty="0" smtClean="0"/>
              <a:t> за двуполярно захранване</a:t>
            </a:r>
            <a:endParaRPr lang="bg-BG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1" y="2343149"/>
            <a:ext cx="3729038" cy="2422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Средна стойност на изправеното напрежение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057400"/>
            <a:ext cx="5150356" cy="196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Изглаждащи филтри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7467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572000"/>
            <a:ext cx="72485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Видове филтри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371600"/>
            <a:ext cx="553556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3581400"/>
            <a:ext cx="19716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3962400"/>
            <a:ext cx="509587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29000" y="5867400"/>
            <a:ext cx="19621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Многозвенни</a:t>
            </a:r>
            <a:r>
              <a:rPr lang="bg-BG" dirty="0" smtClean="0"/>
              <a:t> филтри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209800"/>
            <a:ext cx="65913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10388</TotalTime>
  <Words>60</Words>
  <Application>Microsoft Office PowerPoint</Application>
  <PresentationFormat>On-screen Show (4:3)</PresentationFormat>
  <Paragraphs>25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Oriel</vt:lpstr>
      <vt:lpstr>   Изправителни схеми. Филтри.   </vt:lpstr>
      <vt:lpstr>Предназначение на токоизправителните схеми</vt:lpstr>
      <vt:lpstr>Токоизправител със средна точка на трансформатора</vt:lpstr>
      <vt:lpstr>Токоизправител, схема Грец</vt:lpstr>
      <vt:lpstr>Схема Грец за двуполярно захранване</vt:lpstr>
      <vt:lpstr>Средна стойност на изправеното напрежение</vt:lpstr>
      <vt:lpstr>Изглаждащи филтри</vt:lpstr>
      <vt:lpstr>Видове филтри</vt:lpstr>
      <vt:lpstr>Многозвенни филтри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Georgi</dc:creator>
  <cp:lastModifiedBy>Teacher</cp:lastModifiedBy>
  <cp:revision>283</cp:revision>
  <dcterms:created xsi:type="dcterms:W3CDTF">2006-08-16T00:00:00Z</dcterms:created>
  <dcterms:modified xsi:type="dcterms:W3CDTF">2016-11-27T15:29:44Z</dcterms:modified>
</cp:coreProperties>
</file>